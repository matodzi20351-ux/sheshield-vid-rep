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 |  SAFER COMMUNITIES • GBV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Safety should be accessible — even when seeking help is risky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01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70B4C"/>
                </a:solidFill>
                <a:latin typeface="Aptos"/>
              </a:defRPr>
            </a:pPr>
            <a:r>
              <a:t>A discreet, free-to-use South African GBV support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5669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E4F6F"/>
                </a:solidFill>
                <a:latin typeface="Aptos"/>
              </a:defRPr>
            </a:pPr>
            <a:r>
              <a:t>SOS preparation  •  Calculator disguise  •  Audio evidence tools  •  Legal guidance  •  Anonymous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166360"/>
            <a:ext cx="5394960" cy="685800"/>
          </a:xfrm>
          <a:prstGeom prst="roundRect">
            <a:avLst/>
          </a:prstGeom>
          <a:solidFill>
            <a:srgbClr val="270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3583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Prototype  •  Progressive Web App</a:t>
            </a:r>
          </a:p>
        </p:txBody>
      </p:sp>
      <p:pic>
        <p:nvPicPr>
          <p:cNvPr id="11" name="Picture 10" descr="image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36119"/>
            <a:ext cx="5029200" cy="251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The problem we are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02  /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Seeking help can be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A person experiencing abuse may be watched or may not be able to open an obvious safety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7568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Support is fragmented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5176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Emergency contacts, legal rights, evidence tools and nearby services often require different channels.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874519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07568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Witnesses need a pathway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65176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People who witness suspected abuse may want to raise concerns without publicly identifying themselves.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6B26C2"/>
                </a:solidFill>
                <a:latin typeface="Aptos"/>
              </a:defRPr>
            </a:pPr>
            <a:r>
              <a:t>Our design priority: discreet access, clear information and user-controlled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Our solution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03  /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611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Shake-to-SOS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Optional shake gesture while the PWA is active; prepares an alert.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611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2996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Audio recording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606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Opt-in SOS recording with microphone permission and legal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611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02996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Calculator disguise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06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An optional everyday-looking calculator with PIN entry.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3611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Legal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Plain-language, currently rule-based information; live AI requires funding.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840480"/>
            <a:ext cx="3611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04164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Safe-space mapper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6177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Location-based search for support services; depends on permissions and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840480"/>
            <a:ext cx="3611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404164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Anonymous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6177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A pathway for witnesses or survivors to submit concerns.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Discreet access: the calculator disguise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04  /  11</a:t>
            </a:r>
          </a:p>
        </p:txBody>
      </p:sp>
      <p:pic>
        <p:nvPicPr>
          <p:cNvPr id="7" name="Picture 6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83875"/>
            <a:ext cx="5486400" cy="3467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1874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6B26C2"/>
                </a:solidFill>
                <a:latin typeface="Aptos"/>
              </a:defRPr>
            </a:pPr>
            <a:r>
              <a:t>WHY WE BUILT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70B4C"/>
                </a:solidFill>
                <a:latin typeface="Aptos"/>
              </a:defRPr>
            </a:pPr>
            <a:r>
              <a:t>When someone checks your phone, an obvious safety app may increase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703320"/>
            <a:ext cx="4800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E4F6F"/>
                </a:solidFill>
                <a:latin typeface="Aptos"/>
              </a:defRPr>
            </a:pPr>
            <a:r>
              <a:t>Our intended return journey:</a:t>
            </a:r>
          </a:p>
          <a:p>
            <a:pPr>
              <a:spcAft>
                <a:spcPts val="1000"/>
              </a:spcAft>
              <a:defRPr sz="1600" b="0">
                <a:solidFill>
                  <a:srgbClr val="5E4F6F"/>
                </a:solidFill>
                <a:latin typeface="Aptos"/>
              </a:defRPr>
            </a:pPr>
            <a:r>
              <a:t>1. Open the installed PWA</a:t>
            </a:r>
          </a:p>
          <a:p>
            <a:pPr>
              <a:spcAft>
                <a:spcPts val="1000"/>
              </a:spcAft>
              <a:defRPr sz="1600" b="0">
                <a:solidFill>
                  <a:srgbClr val="5E4F6F"/>
                </a:solidFill>
                <a:latin typeface="Aptos"/>
              </a:defRPr>
            </a:pPr>
            <a:r>
              <a:t>2. See the calculator</a:t>
            </a:r>
          </a:p>
          <a:p>
            <a:pPr>
              <a:spcAft>
                <a:spcPts val="1000"/>
              </a:spcAft>
              <a:defRPr sz="1600" b="0">
                <a:solidFill>
                  <a:srgbClr val="5E4F6F"/>
                </a:solidFill>
                <a:latin typeface="Aptos"/>
              </a:defRPr>
            </a:pPr>
            <a:r>
              <a:t>3. Enter a private PIN and press =</a:t>
            </a:r>
          </a:p>
          <a:p>
            <a:pPr>
              <a:spcAft>
                <a:spcPts val="1000"/>
              </a:spcAft>
              <a:defRPr sz="1600" b="0">
                <a:solidFill>
                  <a:srgbClr val="5E4F6F"/>
                </a:solidFill>
                <a:latin typeface="Aptos"/>
              </a:defRPr>
            </a:pPr>
            <a:r>
              <a:t>4. Unlock the saved signed-in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B26C2"/>
                </a:solidFill>
                <a:latin typeface="Aptos"/>
              </a:defRPr>
            </a:pPr>
            <a:r>
              <a:t>A disguise reduces casual discovery; it does not guarantee secrecy.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SOS: a user-controlled emergency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05  /  11</a:t>
            </a:r>
          </a:p>
        </p:txBody>
      </p:sp>
      <p:pic>
        <p:nvPicPr>
          <p:cNvPr id="7" name="Picture 6" descr="image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827" y="1737360"/>
            <a:ext cx="2027224" cy="4389120"/>
          </a:xfrm>
          <a:prstGeom prst="rect">
            <a:avLst/>
          </a:prstGeom>
        </p:spPr>
      </p:pic>
      <p:pic>
        <p:nvPicPr>
          <p:cNvPr id="8" name="Picture 7" descr="image(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067" y="1737360"/>
            <a:ext cx="2027224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6092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B26C2"/>
                </a:solidFill>
                <a:latin typeface="Aptos"/>
              </a:defRPr>
            </a:pPr>
            <a:r>
              <a:t>SHAKE OR 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331720"/>
            <a:ext cx="39776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70B4C"/>
                </a:solidFill>
                <a:latin typeface="Aptos"/>
              </a:defRPr>
            </a:pPr>
            <a:r>
              <a:t>The SOS screen prepares a location-based message for trusted contacts.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886200"/>
            <a:ext cx="39776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E4F6F"/>
                </a:solidFill>
                <a:latin typeface="Aptos"/>
              </a:defRPr>
            </a:pPr>
            <a:r>
              <a:t>WhatsApp / SMS opens with a draft. The user must press Send. Shake detection is limited to an active page with motion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Recording and trusted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06  /  11</a:t>
            </a:r>
          </a:p>
        </p:txBody>
      </p:sp>
      <p:pic>
        <p:nvPicPr>
          <p:cNvPr id="7" name="Picture 6" descr="image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827" y="1783080"/>
            <a:ext cx="2027224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43400" y="1828800"/>
            <a:ext cx="6949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2996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Recording is 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The user enables it on the SOS page; microphone permission and browser activity are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657600"/>
            <a:ext cx="69494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5876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Evidence handling and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3484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Recording must follow applicable law and privacy rules. We do not claim court-certified evidence or uninterrupted recording.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6692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B26C2"/>
                </a:solidFill>
                <a:latin typeface="Aptos"/>
              </a:defRPr>
            </a:pPr>
            <a:r>
              <a:t>Trusted contacts receive nothing until the user sends the prepared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Legal guide and witness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07  /  11</a:t>
            </a:r>
          </a:p>
        </p:txBody>
      </p:sp>
      <p:pic>
        <p:nvPicPr>
          <p:cNvPr id="7" name="Picture 6" descr="image(20261026-15363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430" y="1737360"/>
            <a:ext cx="2069458" cy="4480560"/>
          </a:xfrm>
          <a:prstGeom prst="rect">
            <a:avLst/>
          </a:prstGeom>
        </p:spPr>
      </p:pic>
      <p:pic>
        <p:nvPicPr>
          <p:cNvPr id="8" name="Picture 7" descr="image(20261026-15365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830" y="1737360"/>
            <a:ext cx="2069458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B26C2"/>
                </a:solidFill>
                <a:latin typeface="Aptos"/>
              </a:defRPr>
            </a:pPr>
            <a:r>
              <a:t>LEGAL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331720"/>
            <a:ext cx="3886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70B4C"/>
                </a:solidFill>
                <a:latin typeface="Aptos"/>
              </a:defRPr>
            </a:pPr>
            <a:r>
              <a:t>Current prototype: topic-based, plain-language information — not professional legal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B26C2"/>
                </a:solidFill>
                <a:latin typeface="Aptos"/>
              </a:defRPr>
            </a:pPr>
            <a:r>
              <a:t>ANONYMOUS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526280"/>
            <a:ext cx="3886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70B4C"/>
                </a:solidFill>
                <a:latin typeface="Aptos"/>
              </a:defRPr>
            </a:pPr>
            <a:r>
              <a:t>Survivors and witnesses can raise concerns. Anonymity and downstream response must be carefully validated.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Safe spaces and South African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08  /  11</a:t>
            </a:r>
          </a:p>
        </p:txBody>
      </p:sp>
      <p:pic>
        <p:nvPicPr>
          <p:cNvPr id="7" name="Picture 6" descr="image(20261026-15362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030" y="1691640"/>
            <a:ext cx="2069458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00600" y="1874519"/>
            <a:ext cx="64008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075688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Nearby support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651760"/>
            <a:ext cx="59436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Search categories include police stations, clinics, hospitals, shelters and courts. Results depend on GPS permission and available map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4023360"/>
            <a:ext cx="64008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224528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Emergency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8006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The interface also provides direct South African emergency contact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9436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6B26C2"/>
                </a:solidFill>
                <a:latin typeface="Aptos"/>
              </a:defRPr>
            </a:pPr>
            <a:r>
              <a:t>Map availability and results require further real-device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09  /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FRONT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HTML • CSS • JavaScript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Responsive mobile-first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2996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IDENTITY +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Firebase Authentication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Firestore and local device preferences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02996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PWA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60604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Manifest • Service worker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Installable browser 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416052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436168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DEVICE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937759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Geolocation • Motion sensors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Microphone 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16052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36168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EXTERNAL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37759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WhatsApp / SMS compose links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OpenStreetMap-based discovery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User journey: first use and returning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10  /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First-time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754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Open public welcome page → create account / sign in → configure trusted contacts → choose calculator PIN → optionally enable Shake-to-SOS and recording.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2140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Returning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97480"/>
            <a:ext cx="4754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Launch installed PWA → calculator appears → enter PIN → access dashboard using the remembered Firebase session. Sign-out requires login again.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B26C2"/>
                </a:solidFill>
                <a:latin typeface="Aptos"/>
              </a:defRPr>
            </a:pPr>
            <a:r>
              <a:t>Prototype note: browser storage or authentication changes can require re-login.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2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B26C2"/>
                </a:solidFill>
                <a:latin typeface="Aptos"/>
              </a:defRPr>
            </a:pPr>
            <a:r>
              <a:t>SHESHIELD • FNB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270B4C"/>
                </a:solidFill>
                <a:latin typeface="Aptos"/>
              </a:defRPr>
            </a:pPr>
            <a:r>
              <a:t>Roadmap, demo and partnership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37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4F6F"/>
                </a:solidFill>
                <a:latin typeface="Aptos"/>
              </a:defRPr>
            </a:pPr>
            <a:r>
              <a:t>11  /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4864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What funding would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5029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• Native Android/iOS development for more reliable background capabilities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• Secure hosted AI guidance and token/API costs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• Better evidence integrity and security review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• Accessibility, testing and referral partnerships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50292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2996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70B4C"/>
                </a:solidFill>
                <a:latin typeface="Aptos"/>
              </a:defRPr>
            </a:pPr>
            <a:r>
              <a:t>Demo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5720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Live prototype: https://sheshield-new.web.app/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Demo email: [ADD DEMO ACCOUNT EMAIL]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Password: provided privately to judges</a:t>
            </a: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1500" b="0">
                <a:solidFill>
                  <a:srgbClr val="5E4F6F"/>
                </a:solidFill>
                <a:latin typeface="Aptos"/>
              </a:defRPr>
            </a:pPr>
            <a:r>
              <a:t>Team / contact: [ADD TEAM DETAILS]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52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B26C2"/>
                </a:solidFill>
                <a:latin typeface="Aptos"/>
              </a:defRPr>
            </a:pPr>
            <a:r>
              <a:t>SheShield aims to make it easier to seek help — discreetly, accessibly and without a subscription for core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